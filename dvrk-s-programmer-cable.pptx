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72" r:id="rId2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4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91a383784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91a383784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9"/>
          <p:cNvSpPr txBox="1">
            <a:spLocks noGrp="1"/>
          </p:cNvSpPr>
          <p:nvPr>
            <p:ph type="title"/>
          </p:nvPr>
        </p:nvSpPr>
        <p:spPr>
          <a:xfrm>
            <a:off x="311700" y="35602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Wire harness assy, ESPM programmer</a:t>
            </a:r>
            <a:endParaRPr dirty="0"/>
          </a:p>
        </p:txBody>
      </p:sp>
      <p:pic>
        <p:nvPicPr>
          <p:cNvPr id="287" name="Google Shape;2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55663"/>
            <a:ext cx="4640702" cy="131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477" y="3355276"/>
            <a:ext cx="1480126" cy="1028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4777" y="3355276"/>
            <a:ext cx="1480126" cy="102852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/>
          <p:nvPr/>
        </p:nvSpPr>
        <p:spPr>
          <a:xfrm>
            <a:off x="1569975" y="3978175"/>
            <a:ext cx="1793325" cy="466384"/>
          </a:xfrm>
          <a:custGeom>
            <a:avLst/>
            <a:gdLst/>
            <a:ahLst/>
            <a:cxnLst/>
            <a:rect l="l" t="t" r="r" b="b"/>
            <a:pathLst>
              <a:path w="71733" h="14977" extrusionOk="0">
                <a:moveTo>
                  <a:pt x="0" y="525"/>
                </a:moveTo>
                <a:lnTo>
                  <a:pt x="7095" y="14977"/>
                </a:lnTo>
                <a:lnTo>
                  <a:pt x="60698" y="14977"/>
                </a:lnTo>
                <a:lnTo>
                  <a:pt x="71733" y="0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1" name="Google Shape;291;p29"/>
          <p:cNvSpPr/>
          <p:nvPr/>
        </p:nvSpPr>
        <p:spPr>
          <a:xfrm>
            <a:off x="1432025" y="3965025"/>
            <a:ext cx="2082375" cy="637200"/>
          </a:xfrm>
          <a:custGeom>
            <a:avLst/>
            <a:gdLst/>
            <a:ahLst/>
            <a:cxnLst/>
            <a:rect l="l" t="t" r="r" b="b"/>
            <a:pathLst>
              <a:path w="83295" h="25488" extrusionOk="0">
                <a:moveTo>
                  <a:pt x="0" y="1839"/>
                </a:moveTo>
                <a:lnTo>
                  <a:pt x="9985" y="23648"/>
                </a:lnTo>
                <a:lnTo>
                  <a:pt x="71996" y="25488"/>
                </a:lnTo>
                <a:lnTo>
                  <a:pt x="83295" y="0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2" name="Google Shape;292;p29"/>
          <p:cNvSpPr/>
          <p:nvPr/>
        </p:nvSpPr>
        <p:spPr>
          <a:xfrm>
            <a:off x="1615975" y="3327850"/>
            <a:ext cx="1760475" cy="472950"/>
          </a:xfrm>
          <a:custGeom>
            <a:avLst/>
            <a:gdLst/>
            <a:ahLst/>
            <a:cxnLst/>
            <a:rect l="l" t="t" r="r" b="b"/>
            <a:pathLst>
              <a:path w="70419" h="18918" extrusionOk="0">
                <a:moveTo>
                  <a:pt x="0" y="18918"/>
                </a:moveTo>
                <a:lnTo>
                  <a:pt x="10510" y="0"/>
                </a:lnTo>
                <a:lnTo>
                  <a:pt x="55704" y="1313"/>
                </a:lnTo>
                <a:lnTo>
                  <a:pt x="70419" y="18130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3" name="Google Shape;293;p29"/>
          <p:cNvSpPr/>
          <p:nvPr/>
        </p:nvSpPr>
        <p:spPr>
          <a:xfrm>
            <a:off x="1432025" y="3170175"/>
            <a:ext cx="2088950" cy="637200"/>
          </a:xfrm>
          <a:custGeom>
            <a:avLst/>
            <a:gdLst/>
            <a:ahLst/>
            <a:cxnLst/>
            <a:rect l="l" t="t" r="r" b="b"/>
            <a:pathLst>
              <a:path w="83558" h="25488" extrusionOk="0">
                <a:moveTo>
                  <a:pt x="0" y="25488"/>
                </a:moveTo>
                <a:lnTo>
                  <a:pt x="14978" y="1314"/>
                </a:lnTo>
                <a:lnTo>
                  <a:pt x="64639" y="0"/>
                </a:lnTo>
                <a:lnTo>
                  <a:pt x="83558" y="24437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4" name="Google Shape;294;p29"/>
          <p:cNvSpPr/>
          <p:nvPr/>
        </p:nvSpPr>
        <p:spPr>
          <a:xfrm>
            <a:off x="1287525" y="2953400"/>
            <a:ext cx="2377950" cy="853975"/>
          </a:xfrm>
          <a:custGeom>
            <a:avLst/>
            <a:gdLst/>
            <a:ahLst/>
            <a:cxnLst/>
            <a:rect l="l" t="t" r="r" b="b"/>
            <a:pathLst>
              <a:path w="95118" h="34159" extrusionOk="0">
                <a:moveTo>
                  <a:pt x="0" y="34159"/>
                </a:moveTo>
                <a:lnTo>
                  <a:pt x="15240" y="1840"/>
                </a:lnTo>
                <a:lnTo>
                  <a:pt x="78565" y="0"/>
                </a:lnTo>
                <a:lnTo>
                  <a:pt x="95118" y="33108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95" name="Google Shape;295;p29"/>
          <p:cNvSpPr/>
          <p:nvPr/>
        </p:nvSpPr>
        <p:spPr>
          <a:xfrm>
            <a:off x="1011625" y="2802325"/>
            <a:ext cx="2916625" cy="1011625"/>
          </a:xfrm>
          <a:custGeom>
            <a:avLst/>
            <a:gdLst/>
            <a:ahLst/>
            <a:cxnLst/>
            <a:rect l="l" t="t" r="r" b="b"/>
            <a:pathLst>
              <a:path w="116665" h="40465" extrusionOk="0">
                <a:moveTo>
                  <a:pt x="0" y="39939"/>
                </a:moveTo>
                <a:lnTo>
                  <a:pt x="19707" y="1051"/>
                </a:lnTo>
                <a:lnTo>
                  <a:pt x="95118" y="0"/>
                </a:lnTo>
                <a:lnTo>
                  <a:pt x="116665" y="40465"/>
                </a:lnTo>
              </a:path>
            </a:pathLst>
          </a:cu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296" name="Google Shape;296;p29"/>
          <p:cNvCxnSpPr/>
          <p:nvPr/>
        </p:nvCxnSpPr>
        <p:spPr>
          <a:xfrm>
            <a:off x="1831650" y="4444550"/>
            <a:ext cx="249600" cy="0"/>
          </a:xfrm>
          <a:prstGeom prst="straightConnector1">
            <a:avLst/>
          </a:prstGeom>
          <a:noFill/>
          <a:ln w="76200" cap="flat" cmpd="sng">
            <a:solidFill>
              <a:srgbClr val="F6B26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7" name="Google Shape;297;p29"/>
          <p:cNvSpPr txBox="1"/>
          <p:nvPr/>
        </p:nvSpPr>
        <p:spPr>
          <a:xfrm>
            <a:off x="1012153" y="4671962"/>
            <a:ext cx="5091467" cy="3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Apply a 10 mm section of yellow heat shrink tube on </a:t>
            </a:r>
            <a:r>
              <a:rPr lang="en" b="1" dirty="0"/>
              <a:t>this</a:t>
            </a:r>
            <a:r>
              <a:rPr lang="en" dirty="0"/>
              <a:t> end</a:t>
            </a:r>
            <a:endParaRPr dirty="0"/>
          </a:p>
        </p:txBody>
      </p:sp>
      <p:sp>
        <p:nvSpPr>
          <p:cNvPr id="298" name="Google Shape;298;p29"/>
          <p:cNvSpPr txBox="1"/>
          <p:nvPr/>
        </p:nvSpPr>
        <p:spPr>
          <a:xfrm>
            <a:off x="6970308" y="1515270"/>
            <a:ext cx="1793400" cy="974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162525" tIns="162525" rIns="162525" bIns="1625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455-1158-ND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JST PHD 2x5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Qty 2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299" name="Google Shape;299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2545" y="1380658"/>
            <a:ext cx="1028525" cy="10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9"/>
          <p:cNvSpPr txBox="1"/>
          <p:nvPr/>
        </p:nvSpPr>
        <p:spPr>
          <a:xfrm>
            <a:off x="6703233" y="3444645"/>
            <a:ext cx="1974300" cy="11904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spcFirstLastPara="1" wrap="square" lIns="162525" tIns="162525" rIns="162525" bIns="1625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Precrimped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455-3085-ND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PHD 24 AWG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Fira Code"/>
                <a:ea typeface="Fira Code"/>
                <a:cs typeface="Fira Code"/>
                <a:sym typeface="Fira Code"/>
              </a:rPr>
              <a:t>Qty 6</a:t>
            </a:r>
            <a:endParaRPr>
              <a:latin typeface="Fira Code"/>
              <a:ea typeface="Fira Code"/>
              <a:cs typeface="Fira Code"/>
              <a:sym typeface="Fira Code"/>
            </a:endParaRPr>
          </a:p>
        </p:txBody>
      </p:sp>
      <p:pic>
        <p:nvPicPr>
          <p:cNvPr id="301" name="Google Shape;301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85460" y="3283119"/>
            <a:ext cx="966673" cy="1028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Microsoft Office PowerPoint</Application>
  <PresentationFormat>On-screen Show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Fira Code</vt:lpstr>
      <vt:lpstr>Arial</vt:lpstr>
      <vt:lpstr>Simple Light</vt:lpstr>
      <vt:lpstr>Wire harness assy, ESPM programmer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Peter</dc:creator>
  <cp:lastModifiedBy>Peter Kazanzides</cp:lastModifiedBy>
  <cp:revision>2</cp:revision>
  <dcterms:modified xsi:type="dcterms:W3CDTF">2025-09-08T02:24:46Z</dcterms:modified>
</cp:coreProperties>
</file>